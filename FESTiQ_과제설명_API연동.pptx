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c658225b24b53" /><Relationship Type="http://schemas.openxmlformats.org/officeDocument/2006/relationships/extended-properties" Target="/docProps/app.xml" Id="R9bd5138b608b4c31" /><Relationship Type="http://schemas.openxmlformats.org/officeDocument/2006/relationships/officeDocument" Target="/ppt/presentation.xml" Id="Rd94f25b37ce940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87b3bc64aa452b"/>
  </p:sldMasterIdLst>
  <p:notesMasterIdLst>
    <p:notesMasterId xmlns:r="http://schemas.openxmlformats.org/officeDocument/2006/relationships" r:id="R2862ad8d80c448e0"/>
  </p:notesMasterIdLst>
  <p:sldIdLst>
    <p:sldId xmlns:r="http://schemas.openxmlformats.org/officeDocument/2006/relationships" id="256" r:id="R92e624f582ee4047"/>
    <p:sldId xmlns:r="http://schemas.openxmlformats.org/officeDocument/2006/relationships" id="257" r:id="Rd73a11e696404a6f"/>
    <p:sldId xmlns:r="http://schemas.openxmlformats.org/officeDocument/2006/relationships" id="258" r:id="R251bc5fa89c54544"/>
    <p:sldId xmlns:r="http://schemas.openxmlformats.org/officeDocument/2006/relationships" id="259" r:id="Rfd6add702cbc4833"/>
    <p:sldId xmlns:r="http://schemas.openxmlformats.org/officeDocument/2006/relationships" id="260" r:id="R1cb04b9a37f24812"/>
    <p:sldId xmlns:r="http://schemas.openxmlformats.org/officeDocument/2006/relationships" id="261" r:id="R2d4de43188a449f5"/>
    <p:sldId xmlns:r="http://schemas.openxmlformats.org/officeDocument/2006/relationships" id="262" r:id="Re520ecc97cb8483c"/>
    <p:sldId xmlns:r="http://schemas.openxmlformats.org/officeDocument/2006/relationships" id="263" r:id="R176d5acc5f9d45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31374659c84f19" /><Relationship Type="http://schemas.openxmlformats.org/officeDocument/2006/relationships/slideMaster" Target="/ppt/slideMasters/slideMaster1.xml" Id="R9087b3bc64aa452b" /><Relationship Type="http://schemas.openxmlformats.org/officeDocument/2006/relationships/notesMaster" Target="/ppt/notesMasters/notesMaster1.xml" Id="R2862ad8d80c448e0" /><Relationship Type="http://schemas.openxmlformats.org/officeDocument/2006/relationships/presProps" Target="/ppt/presProps.xml" Id="R047cb57640fb4aad" /><Relationship Type="http://schemas.openxmlformats.org/officeDocument/2006/relationships/tableStyles" Target="/ppt/tableStyles.xml" Id="R041ab05ed9f74578" /><Relationship Type="http://schemas.openxmlformats.org/officeDocument/2006/relationships/slide" Target="/ppt/slides/slide1.xml" Id="R92e624f582ee4047" /><Relationship Type="http://schemas.openxmlformats.org/officeDocument/2006/relationships/slide" Target="/ppt/slides/slide2.xml" Id="Rd73a11e696404a6f" /><Relationship Type="http://schemas.openxmlformats.org/officeDocument/2006/relationships/slide" Target="/ppt/slides/slide3.xml" Id="R251bc5fa89c54544" /><Relationship Type="http://schemas.openxmlformats.org/officeDocument/2006/relationships/slide" Target="/ppt/slides/slide4.xml" Id="Rfd6add702cbc4833" /><Relationship Type="http://schemas.openxmlformats.org/officeDocument/2006/relationships/slide" Target="/ppt/slides/slide5.xml" Id="R1cb04b9a37f24812" /><Relationship Type="http://schemas.openxmlformats.org/officeDocument/2006/relationships/slide" Target="/ppt/slides/slide6.xml" Id="R2d4de43188a449f5" /><Relationship Type="http://schemas.openxmlformats.org/officeDocument/2006/relationships/slide" Target="/ppt/slides/slide7.xml" Id="Re520ecc97cb8483c" /><Relationship Type="http://schemas.openxmlformats.org/officeDocument/2006/relationships/slide" Target="/ppt/slides/slide8.xml" Id="R176d5acc5f9d45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a32704ba26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1393e26b4437d" /><Relationship Type="http://schemas.openxmlformats.org/officeDocument/2006/relationships/notesMaster" Target="/ppt/notesMasters/notesMaster1.xml" Id="R066fb432f1ef40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4b9f8b3f7041d9" /><Relationship Type="http://schemas.openxmlformats.org/officeDocument/2006/relationships/notesMaster" Target="/ppt/notesMasters/notesMaster1.xml" Id="Rfc54c342bbe342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aac3bedeb7447e" /><Relationship Type="http://schemas.openxmlformats.org/officeDocument/2006/relationships/notesMaster" Target="/ppt/notesMasters/notesMaster1.xml" Id="R41ffaa3966264e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7cb7710b24ef4" /><Relationship Type="http://schemas.openxmlformats.org/officeDocument/2006/relationships/notesMaster" Target="/ppt/notesMasters/notesMaster1.xml" Id="R9e8151e9d9924a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8a77f9b9964359" /><Relationship Type="http://schemas.openxmlformats.org/officeDocument/2006/relationships/notesMaster" Target="/ppt/notesMasters/notesMaster1.xml" Id="Rcdc7ef9835bd4e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9191e2b6434623" /><Relationship Type="http://schemas.openxmlformats.org/officeDocument/2006/relationships/notesMaster" Target="/ppt/notesMasters/notesMaster1.xml" Id="R55bc5001f57f42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630c8957e14f3f" /><Relationship Type="http://schemas.openxmlformats.org/officeDocument/2006/relationships/notesMaster" Target="/ppt/notesMasters/notesMaster1.xml" Id="Rf3b7af769e7042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8f4cf1a5be4751" /><Relationship Type="http://schemas.openxmlformats.org/officeDocument/2006/relationships/notesMaster" Target="/ppt/notesMasters/notesMaster1.xml" Id="Rece76b68b233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사용자가 제공한 과제 조건, FESTiQ 구현 자료, 한국관광공사 TourAPI 안내.</a:t>
            </a:r>
          </a:p>
          <a:p xmlns:a="http://schemas.openxmlformats.org/drawingml/2006/main">
            <a:r>
              <a:t>이 문서는 축제 탐색 웹앱의 구현 내용과 검증 범위를 요약합니다.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요구사항: 공공데이터포털 OpenAPI, JSON 또는 XML, 최소 2개 HTML 화면, GitHub 배포, 설명 PPT 또는 PDF 제출.</a:t>
            </a:r>
          </a:p>
          <a:p xmlns:a="http://schemas.openxmlformats.org/drawingml/2006/main">
            <a:r>
              <a:t>앱은 탐색·상세 확인·개인 일정 저장을 세 화면으로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공공데이터포털: 한국관광공사_국문 관광정보 서비스_GW, https://www.data.go.kr/data/15101578/openapi.do</a:t>
            </a:r>
          </a:p>
          <a:p xmlns:a="http://schemas.openxmlformats.org/drawingml/2006/main">
            <a:r>
              <a:t>축제 목록 endpoint: https://apis.data.go.kr/B551011/KorService2/searchFestival2</a:t>
            </a:r>
          </a:p>
          <a:p xmlns:a="http://schemas.openxmlformats.org/drawingml/2006/main">
            <a:r>
              <a:t>상세 endpoint: https://apis.data.go.kr/B551011/KorService2/detailCommon2. 응답 형식은 _type=json.</a:t>
            </a:r>
          </a:p>
          <a:p xmlns:a="http://schemas.openxmlformats.org/drawingml/2006/main">
            <a:r>
              <a:t>GitHub Actions는 repository secret TOURAPI_SERVICE_KEY를 사용해 축제 JSON을 갱신합니다. 인증키를 저장소 파일에 넣지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 내부 Chart.js는 현재 검색 결과를 기준으로 지역별 축제 수를 계산합니다.</a:t>
            </a:r>
          </a:p>
          <a:p xmlns:a="http://schemas.openxmlformats.org/drawingml/2006/main">
            <a:r>
              <a:t>이 슬라이드의 네이티브 차트는 데모 자료 5건(지역별 1건씩)을 보여 주는 예시이며 전국 통계가 아닙니다.</a:t>
            </a:r>
          </a:p>
          <a:p xmlns:a="http://schemas.openxmlformats.org/drawingml/2006/main">
            <a:r>
              <a:t>Chart.js 공식 문서: https://www.chartjs.org/docs/latest/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OpenStreetMap embed와 주소 기반 Kakao 지도 검색 링크를 제공합니다.</a:t>
            </a:r>
          </a:p>
          <a:p xmlns:a="http://schemas.openxmlformats.org/drawingml/2006/main">
            <a:r>
              <a:t>축제 장소 비교 기준: 한국관광공사 축제 안내 주소 및 행사장 랜드마크. 강릉커피축제는 안목해변 강릉커피거리(창해로14번길 20-1) 기준입니다.</a:t>
            </a:r>
          </a:p>
          <a:p xmlns:a="http://schemas.openxmlformats.org/drawingml/2006/main">
            <a:r>
              <a:t>광주김치축제는 광주광역시 서구 내방로 111, 여주오곡나루축제는 신륵사 관광지 천송동 일대를 표시합니다. 행사 구역 전체와 단일 핀은 다를 수 있어 이동 전 지도 링크의 주소를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찜과 일정은 localStorage에 저장됩니다. 계획은 항목 추가, 순서 이동, 삭제를 지원합니다.</a:t>
            </a:r>
          </a:p>
          <a:p xmlns:a="http://schemas.openxmlformats.org/drawingml/2006/main">
            <a:r>
              <a:t>저장 데이터는 같은 브라우저에만 있으며 서버로 전송되거나 기기 사이에 동기화되지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데이터는 저장소 Settings → Secrets and variables → Actions에서 TOURAPI_SERVICE_KEY를 등록하고 Refresh TourAPI festival data 워크플로를 실행한 뒤 공개됩니다.</a:t>
            </a:r>
          </a:p>
          <a:p xmlns:a="http://schemas.openxmlformats.org/drawingml/2006/main">
            <a:r>
              <a:t>키가 설정되지 않았을 때 표시되는 5개 축제는 TourAPI 실시간 응답이 아닌 명시적 데모입니다.</a:t>
            </a:r>
          </a:p>
          <a:p xmlns:a="http://schemas.openxmlformats.org/drawingml/2006/main">
            <a:r>
              <a:t>정적 사이트가 공개 JSON 스냅샷을 읽으므로 방문자 브라우저에 인증키가 포함되지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Pages 프로젝트 사이트 주소: https://hansj2552.github.io/FESTiQ/</a:t>
            </a:r>
          </a:p>
          <a:p xmlns:a="http://schemas.openxmlformats.org/drawingml/2006/main">
            <a:r>
              <a:t>첫 실시간 목록 게시를 위해 TOURAPI_SERVICE_KEY 저장소 Secret을 등록하고 Actions 워크플로를 한 번 실행해야 합니다. 이후 매주 자동 갱신됩니다.</a:t>
            </a:r>
          </a:p>
          <a:p xmlns:a="http://schemas.openxmlformats.org/drawingml/2006/main">
            <a:r>
              <a:t>GitHub Pages 배포 소스는 main 브랜치의 /(root)로 설정되어 있습니다.</a:t>
            </a:r>
          </a:p>
          <a:p xmlns:a="http://schemas.openxmlformats.org/drawingml/2006/main">
            <a:r>
              <a:t>GitHub Docs: https://docs.github.com/en/pages/getting-started-with-github-pages/creating-a-github-pages-site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0c189ab844e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7ed140ebe47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ca56f730641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04c47c55b48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062e196744f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f5b16142d41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D0CBE1-36F7-4CC1-80A2-5B4996F95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77827E-B5E3-43EB-A0DB-B6BBE3933F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C76B83-833F-49F5-AA1A-28861574F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8423E4-9ACD-488B-8722-7C8BA67AC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1423C5-C4BC-4E0B-9777-0AA6F595D0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125125-8653-441E-BD4A-1A6549144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D9AE1B-00E5-4E8D-89E2-A3277A4725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7DE427-9178-49C0-988E-1930F469BF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F16557-1608-41DE-B6CE-F77027F52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88B9F7-5F97-440A-BD8A-B90822B4DB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b2305bd9094ea4" /><Relationship Type="http://schemas.openxmlformats.org/officeDocument/2006/relationships/slideLayout" Target="/ppt/slideLayouts/slideLayout1.xml" Id="R3f1329eb84034be3" /><Relationship Type="http://schemas.openxmlformats.org/officeDocument/2006/relationships/slideLayout" Target="/ppt/slideLayouts/slideLayout2.xml" Id="R8d1e848b30974862" /><Relationship Type="http://schemas.openxmlformats.org/officeDocument/2006/relationships/slideLayout" Target="/ppt/slideLayouts/slideLayout3.xml" Id="R5d282476c19a436b" /><Relationship Type="http://schemas.openxmlformats.org/officeDocument/2006/relationships/slideLayout" Target="/ppt/slideLayouts/slideLayout4.xml" Id="R38901c5628194e48" /><Relationship Type="http://schemas.openxmlformats.org/officeDocument/2006/relationships/slideLayout" Target="/ppt/slideLayouts/slideLayout5.xml" Id="Re6b471ad6b5646a6" /><Relationship Type="http://schemas.openxmlformats.org/officeDocument/2006/relationships/slideLayout" Target="/ppt/slideLayouts/slideLayout6.xml" Id="R6429c015166f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1329eb84034be3"/>
    <p:sldLayoutId xmlns:r="http://schemas.openxmlformats.org/officeDocument/2006/relationships" id="2147483650" r:id="R8d1e848b30974862"/>
    <p:sldLayoutId xmlns:r="http://schemas.openxmlformats.org/officeDocument/2006/relationships" id="2147483651" r:id="R5d282476c19a436b"/>
    <p:sldLayoutId xmlns:r="http://schemas.openxmlformats.org/officeDocument/2006/relationships" id="2147483652" r:id="R38901c5628194e48"/>
    <p:sldLayoutId xmlns:r="http://schemas.openxmlformats.org/officeDocument/2006/relationships" id="2147483653" r:id="Re6b471ad6b5646a6"/>
    <p:sldLayoutId xmlns:r="http://schemas.openxmlformats.org/officeDocument/2006/relationships" id="2147483654" r:id="R6429c015166f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be7e586284708" /><Relationship Type="http://schemas.openxmlformats.org/officeDocument/2006/relationships/notesSlide" Target="/ppt/notesSlides/notesSlide1.xml" Id="R14c0325d4b85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d84bdd7e04749" /><Relationship Type="http://schemas.openxmlformats.org/officeDocument/2006/relationships/notesSlide" Target="/ppt/notesSlides/notesSlide2.xml" Id="R16cf5ef48a57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e29515c094327" /><Relationship Type="http://schemas.openxmlformats.org/officeDocument/2006/relationships/notesSlide" Target="/ppt/notesSlides/notesSlide3.xml" Id="Re017b60291b742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6df973cae4af1" /><Relationship Type="http://schemas.openxmlformats.org/officeDocument/2006/relationships/chart" Target="/ppt/slides/charts/chart1.xml" Id="Ra0b0fc855a204084" /><Relationship Type="http://schemas.openxmlformats.org/officeDocument/2006/relationships/notesSlide" Target="/ppt/notesSlides/notesSlide4.xml" Id="R576df65929a24f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924a10dc04fce" /><Relationship Type="http://schemas.openxmlformats.org/officeDocument/2006/relationships/notesSlide" Target="/ppt/notesSlides/notesSlide5.xml" Id="R45913744fd8b4b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202d26a2240db" /><Relationship Type="http://schemas.openxmlformats.org/officeDocument/2006/relationships/notesSlide" Target="/ppt/notesSlides/notesSlide6.xml" Id="R2704395ea4ee49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10f2ce75c432b" /><Relationship Type="http://schemas.openxmlformats.org/officeDocument/2006/relationships/notesSlide" Target="/ppt/notesSlides/notesSlide7.xml" Id="R16180ddccb3741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01417782e4f8a" /><Relationship Type="http://schemas.openxmlformats.org/officeDocument/2006/relationships/notesSlide" Target="/ppt/notesSlides/notesSlide8.xml" Id="R668228c0244241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예시 축제 수</c:v>
          </c:tx>
          <c:spPr>
            <a:solidFill xmlns:a="http://schemas.openxmlformats.org/drawingml/2006/main">
              <a:srgbClr val="28665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서울</c:v>
                </c:pt>
                <c:pt idx="1">
                  <c:v>강원</c:v>
                </c:pt>
                <c:pt idx="2">
                  <c:v>부산</c:v>
                </c:pt>
                <c:pt idx="3">
                  <c:v>광주</c:v>
                </c:pt>
                <c:pt idx="4">
                  <c:v>경기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4C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0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82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7CBBE-2680-43F0-8C9F-C3B43F2B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60C77-3C0C-4D90-A668-C5703E15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FESTiQ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FCE9F-89AA-41C1-8B65-83E5A240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8477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전국 축제 탐색과</a:t>
            </a:r>
          </a:p>
          <a:p xmlns:a="http://schemas.openxmlformats.org/drawingml/2006/main">
            <a: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여행 계획 대시보드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4C162-3313-463A-AD84-66B54D8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rPr>
              <a:t>공공데이터포털 한국관광공사 TourAPI를 활용한 정적 웹앱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FBD2C-A257-4210-B38C-21F9C959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6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1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CA319-3EA8-49A1-A4ED-92FF5902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AI 시스템 활용 · 중간과제 결과 보고서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C0671-CC47-4CB4-A37D-BD1E46B8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rPr>
              <a:t>검색부터 장소 확인, 찜과 일정 저장까지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DB9A5-6336-4900-951B-2510BC9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00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rPr>
              <a:t>FESTiQ</a:t>
            </a:r>
          </a:p>
        </p:txBody>
      </p:sp>
    </p:spTree>
    <p:extLst>
      <p:ext uri="{BB962C8B-B14F-4D97-AF65-F5344CB8AC3E}">
        <p14:creationId xmlns:p14="http://schemas.microsoft.com/office/powerpoint/2010/main" val="384329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F03D3-9342-4B30-84CC-8A3F8D54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F3356-EC5B-4E41-BA9E-FFF39676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293E1-683A-4527-BAD4-EFF93B09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F9BE8-C7F8-4EDA-A3B3-33FB6B95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62E5-E039-4B83-87DD-D288CC5B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축제를 찾고</a:t>
            </a:r>
          </a:p>
          <a:p xmlns:a="http://schemas.openxmlformats.org/drawingml/2006/main">
            <a: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여행 계획에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F0684-62FA-4124-93E2-C0CBD829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조건에 맞는 행사를 탐색하고 장소와 일정을 확인한 뒤, 관심 축제를 개인 계획에 담습니다.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2E3BD-E988-4C62-8F6F-765104F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145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5AA18-6207-473D-ACAD-6A320238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03AF8-1C40-4F11-A117-DF2B75FD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192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탐색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4AF96-B9AD-427C-87D0-EFF03F9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축제명·지역·날짜·주제로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8C922-0A36-4F62-865D-4474966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7975"/>
            <a:ext cx="5295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EDA30-243F-4826-8982-4EEF273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14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128D3-C7A5-4012-B474-5425A28D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9D666-9DDF-4E98-90B2-DE46BDED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소개·기간·주소·주변 지도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EE4A7-97F3-424B-800F-839D758F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05275"/>
            <a:ext cx="5295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FD14F-4509-4ABD-A956-35A8E4DD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719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5579F-562B-4C90-9F5D-D72DE0B2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68A28-9B51-47ED-99C8-201765C3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찜 목록과 여행 순서를 브라우저에 저장</a:t>
            </a:r>
          </a:p>
        </p:txBody>
      </p:sp>
    </p:spTree>
    <p:extLst>
      <p:ext uri="{BB962C8B-B14F-4D97-AF65-F5344CB8AC3E}">
        <p14:creationId xmlns:p14="http://schemas.microsoft.com/office/powerpoint/2010/main" val="655860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31FF1-0BF0-4454-B352-948B2230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TourAPI 데이터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09009-48AF-454D-9062-97D14FC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390BA-E487-4DDF-9D6F-9C9C4352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D97BF-5314-40C4-8769-F7C0A3C0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C864F-A70A-4C21-8A2D-A452D678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비밀 인증키로 조회한 축제 목록을 JSON으로 공개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59429-2514-4E44-8065-8546D0C2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01802-8965-4C4D-9312-B605881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GitHub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E93F1-F342-496E-8075-CF2A9B93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저장소 비밀 키로 목록 갱신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DB785-D470-4B9B-A9BE-72692D4E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98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3ADE5-FBD8-4AEE-8D98-F39EC1C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E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FB84C-5AA5-4924-9757-E9659397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527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한국관광공사 TourAPI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86759-3ED3-4873-AD8C-4B7308C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1942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searchFestival2 · JSON 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92AC8-E545-47E1-B2D2-274DDBA5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98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8EF1F-3E12-4B91-9484-DCB739B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6CDBD-4AF4-45A5-9A1A-7F3D18B7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GitHub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1F354-4C52-4B69-9BDE-2E611CB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festivals.json · 검색·차트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3BE40-6D51-4175-A30D-9FE6F590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8001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EB9A0-6E7F-4669-938C-1A7A6208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rPr>
              <a:t>웹앱 기능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16D37-04FB-49A9-A433-0ABD683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축제 상세는 detailCommon2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F33E1-B79B-4B87-9C26-F0DE71D0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053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지역·날짜·주제 필터와 차트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BFEFA-29D9-48AB-A688-483F5F7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찜·일정은 LocalStorage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7C47C-6354-43F6-9C5F-97A0C9C8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정적 웹앱 · 별도 서버 운영 없이 Pages에서 공개</a:t>
            </a:r>
          </a:p>
        </p:txBody>
      </p:sp>
    </p:spTree>
    <p:extLst>
      <p:ext uri="{BB962C8B-B14F-4D97-AF65-F5344CB8AC3E}">
        <p14:creationId xmlns:p14="http://schemas.microsoft.com/office/powerpoint/2010/main" val="86235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26264-D4F1-404A-8643-71B1065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축제 검색과 지역별 건수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7ECE-F180-45AC-800A-8ACD7FB0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50D78-46E4-420E-A8FD-C9A847AA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9C201-AB01-474F-B3D4-1EF5B8B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1E5CA-D513-4F03-8118-62DB5E9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현재 검색 결과를 지역별로 묶어 시각화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2607C-925A-42A5-B8B0-34ED819B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rPr>
              <a:t>탐색 기능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3C30D-579C-4D21-A35D-784E40A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축제명과 키워드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D23EC-C119-4CCC-8D86-E13C79E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시·도 · 시작일 이후 · 주제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B6741-D325-4E0B-8463-A8E96954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267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70163-A116-406A-88E2-4049CC99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일정순 · 이름순 · 지역순 정렬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BAAB3-E3E1-4E79-B3EC-4BA9D35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빈 결과 · 로딩 · 오류 상태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310E2-58DD-4E5C-A09D-AFD9EAD3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rPr>
              <a:t>API 응답을 브라우저에서 분류·필터링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E1740-0D5F-48D4-ADEA-874EEE6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96CB2-9A3E-423B-A225-C6E739B4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데모 예시 5건 · 지역별 1건씩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E8E1ADE0-7C4D-41FE-B162-5049C5C2810C}"/>
              </a:ext>
            </a:extLst>
          </p:cNvPr>
          <p:cNvGraphicFramePr/>
          <p:nvPr/>
        </p:nvGraphicFramePr>
        <p:xfrm>
          <a:off xmlns:a="http://schemas.openxmlformats.org/drawingml/2006/main" x="5905500" y="2428875"/>
          <a:ext xmlns:a="http://schemas.openxmlformats.org/drawingml/2006/main" cx="5429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b0fc855a204084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228AE-251E-4830-871B-B54E7E89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197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데모 화면 예시이며 실시간 전국 통계가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99491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3D6E0-698B-4347-87F4-A7E8E535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상세 정보와 장소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0F805-758B-4613-B61A-62602FE1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FFA5A-5109-4211-8B59-33A39362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8111A-A2FF-46F6-A39E-A47FA70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85E83-0CBD-4B25-9F1C-368C707E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소개·일정·주소·사진과 지도 링크를 한 화면에 제공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0DBE4-49EC-479C-8312-E561F59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지도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D70E3-AD78-4774-8EB8-25BC72CC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좌표가 있으면 OSM 지도에 행사장 핀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5B434-11DB-47B7-9049-E78A0A4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주소와 카카오맵 검색 링크를 함께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EA7A1-C8C7-48FE-8EC8-76DF500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좌표가 없으면 주소 검색으로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1AA47-904D-4BAF-B6F5-8DCC731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확인 방법: 공식 행사 주소와 장소 랜드마크 대조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4833E-7722-40B4-AC36-B63A6977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자료: 한국관광공사 안내 · 지도: OpenStreetMap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DA1C1-9A81-40E3-BF88-CDCF78E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A044C-42DF-4523-966F-80B7C574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좌표 점검 사례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3F5D5-F370-4273-9686-926E4CA4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기준 장소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98C5A-B4F5-419B-8A11-EAF4B0E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수정 전 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ED791-5BF1-4E3B-A261-B202FB1A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검증 후 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F617F-C639-41FB-BC2F-26FFE3C1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B3DD5-4CF6-43BB-A162-B48C585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강릉커피거리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DB818-2A54-449E-B9A4-98B47F3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62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37.7890,128.9485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9B7FE-ED83-4C97-B947-52CC61E2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37.7726,128.9473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7833A-4281-4599-8651-56ED8A5A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485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D614D-8CFF-4CBD-9968-42D2211C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광주광역시청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33929-8711-4FAC-AD86-1707DCDD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35.1518,126.8533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127A1-99D4-4DBC-94C9-632252F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35.1598,126.8515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6DDD8-E811-409B-A30F-3BB260B7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85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060F4-40CC-45B7-AB4C-4AE8814B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신륵사 관광지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86BAC-B70C-4DD3-83BE-E16F610F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37.2945,127.5700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3E721-C482-44CB-BD56-36BA008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37.2974,127.6599</a:t>
            </a:r>
          </a:p>
        </p:txBody>
      </p:sp>
    </p:spTree>
    <p:extLst>
      <p:ext uri="{BB962C8B-B14F-4D97-AF65-F5344CB8AC3E}">
        <p14:creationId xmlns:p14="http://schemas.microsoft.com/office/powerpoint/2010/main" val="899980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FD6A6-D2D9-47BD-940B-97051632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찜 목록과 여행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0DDA0-F6FF-4D40-A79D-6B822BF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21759-4573-413E-8114-2D8CE2D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1017-319E-4FC2-AC81-07AC4AE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1C472-0A2A-4795-989F-CB577CB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브라우저 저장 공간을 사용해 다시 방문해도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3841C-C98D-4836-A88E-19D3A78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CB8F7-4944-4ED0-8755-B9CD1C4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축제 탐색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D4361-73C5-49F2-B510-4C4CCE1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7F5E0-FC42-4A07-8389-B1AF958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조건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71F38-2391-455D-BD83-40D8FA6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E006C-CB61-4E31-B0F0-621F3F7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4D015-59D7-4431-A325-17D518AC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41271-69F6-4ECD-BF1E-6E4DBA3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상세 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BE74B-5406-4E90-B21B-D50A4CC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detail.html?id=…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64ABE-774A-4B1E-B952-0D7A17E5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소개·장소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2DC52-8409-43FD-BBBA-06DCF88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289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6DDED-C9AD-406A-9F9F-1ED60D7E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DEF0C-936C-42A3-AC94-210098B4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8DC81-BD82-47C5-9A26-76D2FB1D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찜한 축제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D4751-2049-4A3E-8415-0728CCF5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favorites.html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81059-99FD-49BE-9310-943E08E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다시 찾아보기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0B71F-70B6-4EDA-93D8-18C3B59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289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8F7EB-E94E-4147-8032-3F9F81D0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11F05-502A-4643-9E1F-F33FC23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7C2EB-B41B-4BEB-87E9-409AA609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여행 계획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6B5B0-0540-4842-A1F1-9FBEFAA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detail.html#plan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DBF29-6EF2-453E-B3F5-9E0A81B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순서 조정·삭제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F07DF-1FD9-4F70-82F8-B454BCE3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LocalStorage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63DBF-F3F9-4638-A8BC-0797196B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즐겨찾기 · 일정 목록 · API 키 · 최근 응답 자료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D298F-9D98-4436-942F-ACC2332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같은 브라우저에서 유지되며 기기 간 동기화는 제공하지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21965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7335F-D7AC-4C62-84AF-53549B09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데모 자료와 실시간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3F62F-9BBC-4222-9220-2685048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1C2F9-50D6-4672-9B89-87B9024D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EC056-6171-4264-93C9-562F08EC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E89F4-0879-43B5-974E-1498C4A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첫 API 자료를 받은 뒤 공개 페이지의 기본 목록으로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16A3A-3D32-45B8-9B9F-BBAE660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A1C8E-4278-48B7-9BA6-589C0D0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공식 자료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42F74-6162-43BC-9FAD-C29B913B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한국관광공사 축제 안내를 참고한 5개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7A59D-1824-489D-BFF2-552A81A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API 스냅샷 생성 전 안내와 함께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0444D-9448-4D55-B978-FD75AB7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실시간 응답이라고 표시하지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F8D0A-7906-47BF-AB81-2EA54A3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검색·찜·일정 UI 확인용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E94E1-635E-406B-B2AE-D5FDB44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TourAPI 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29228-C3FF-4623-9B92-C9705BB5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Actions secret으로 인증키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3159D-5168-46A5-8295-AE828FA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searchFestival2 JSON으로 목록 갱신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2CA59-8B54-49BA-B5B3-5EFAE13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최대 1,000건 · 최근 30일 및 예정 행사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16F72-DEAF-461D-AF13-F393497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주간 자동 실행과 수동 갱신 지원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EE5B1-46BF-45C6-904B-B92BBE7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620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F33B6-7EC1-46E7-B62C-8454FA3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인증키는 비밀 값으로 보관하고 공개 저장소에는 축제 JSON만 게시합니다.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7105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4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BFF0B-4A4D-4CAF-8F68-CA0138A6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배포 및 제출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9620A-9B0B-4F97-9C7E-C1322862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3133F-CCA4-4E1C-9B7F-86499B3B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18C0C-79C9-4DBF-B02F-A0436ED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FC1F3-26B2-470E-857A-4FA748A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GitHub Pages · 실데이터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D3E3A-F27B-49E1-8B8A-4D937D9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99564-662B-42DD-B425-9FF4F7C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Pages: main 브랜치 · /(root) 폴더로 배포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24BE4-D842-46AE-A3C4-2712AD3E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33675"/>
            <a:ext cx="962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60133-0E29-421F-B6C9-B9A1B49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19C97-53CB-461E-85AC-6D33B9CD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저장소 Secret TOURAPI_SERVICE_KEY 등록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2F779-2C84-4CC0-99CB-34CF833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0425"/>
            <a:ext cx="962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4E46D-C921-4E1A-BEAE-37E8A0E8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96EFF-A60B-4DAB-8BB5-2007B07B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Actions에서 Refresh TourAPI festival data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71B4F-C9C1-490E-955B-A6BCC59C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962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98D0E-66A8-488E-86CF-ED3BF52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93DEA-8FBA-4FA2-A047-B9383D0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JSON 갱신 뒤 페이지의 자료 건수·갱신 시각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66C9C-C119-49BC-B4D0-7A7EBFC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제출 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895CA-CB04-4381-9ACE-C7653CB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9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https://hansj2552.github.io/FESTiQ/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40DF5-F648-4A28-B0A7-D9FEB3C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rPr>
              <a:t>Pages 주소와 이 과제 설명 자료를 함께 제출</a:t>
            </a:r>
          </a:p>
        </p:txBody>
      </p:sp>
    </p:spTree>
    <p:extLst>
      <p:ext uri="{BB962C8B-B14F-4D97-AF65-F5344CB8AC3E}">
        <p14:creationId xmlns:p14="http://schemas.microsoft.com/office/powerpoint/2010/main" val="558885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2026-10-25T10:49:32.2930000Z</dcterms:created>
  <dcterms:modified xsi:type="dcterms:W3CDTF">2026-10-25T10:49:32.2930000Z</dcterms:modified>
</coreProperties>
</file>