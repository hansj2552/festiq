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91e62d39940f1" /><Relationship Type="http://schemas.openxmlformats.org/officeDocument/2006/relationships/extended-properties" Target="/docProps/app.xml" Id="R311d004bc0b94449" /><Relationship Type="http://schemas.openxmlformats.org/officeDocument/2006/relationships/officeDocument" Target="/ppt/presentation.xml" Id="R002da5ff036d4b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9ee9dd306a40f0"/>
  </p:sldMasterIdLst>
  <p:notesMasterIdLst>
    <p:notesMasterId xmlns:r="http://schemas.openxmlformats.org/officeDocument/2006/relationships" r:id="R53ccbd281d634fc0"/>
  </p:notesMasterIdLst>
  <p:sldIdLst>
    <p:sldId xmlns:r="http://schemas.openxmlformats.org/officeDocument/2006/relationships" id="256" r:id="Ra2f93a952ed44f54"/>
    <p:sldId xmlns:r="http://schemas.openxmlformats.org/officeDocument/2006/relationships" id="257" r:id="R482f3eb10aac4958"/>
    <p:sldId xmlns:r="http://schemas.openxmlformats.org/officeDocument/2006/relationships" id="258" r:id="R1cbe8473087c4c60"/>
    <p:sldId xmlns:r="http://schemas.openxmlformats.org/officeDocument/2006/relationships" id="259" r:id="Ra5a4a439cfc145a3"/>
    <p:sldId xmlns:r="http://schemas.openxmlformats.org/officeDocument/2006/relationships" id="260" r:id="Rfdc215451d5b41ba"/>
    <p:sldId xmlns:r="http://schemas.openxmlformats.org/officeDocument/2006/relationships" id="261" r:id="R0e2826f89bd24f22"/>
    <p:sldId xmlns:r="http://schemas.openxmlformats.org/officeDocument/2006/relationships" id="262" r:id="R5f323016d3994693"/>
    <p:sldId xmlns:r="http://schemas.openxmlformats.org/officeDocument/2006/relationships" id="263" r:id="Rcab55f04587c4f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8b711112b24af2" /><Relationship Type="http://schemas.openxmlformats.org/officeDocument/2006/relationships/slideMaster" Target="/ppt/slideMasters/slideMaster1.xml" Id="Ra39ee9dd306a40f0" /><Relationship Type="http://schemas.openxmlformats.org/officeDocument/2006/relationships/notesMaster" Target="/ppt/notesMasters/notesMaster1.xml" Id="R53ccbd281d634fc0" /><Relationship Type="http://schemas.openxmlformats.org/officeDocument/2006/relationships/presProps" Target="/ppt/presProps.xml" Id="R29e7608df6174b0b" /><Relationship Type="http://schemas.openxmlformats.org/officeDocument/2006/relationships/tableStyles" Target="/ppt/tableStyles.xml" Id="R30108e7c2a0449bd" /><Relationship Type="http://schemas.openxmlformats.org/officeDocument/2006/relationships/slide" Target="/ppt/slides/slide1.xml" Id="Ra2f93a952ed44f54" /><Relationship Type="http://schemas.openxmlformats.org/officeDocument/2006/relationships/slide" Target="/ppt/slides/slide2.xml" Id="R482f3eb10aac4958" /><Relationship Type="http://schemas.openxmlformats.org/officeDocument/2006/relationships/slide" Target="/ppt/slides/slide3.xml" Id="R1cbe8473087c4c60" /><Relationship Type="http://schemas.openxmlformats.org/officeDocument/2006/relationships/slide" Target="/ppt/slides/slide4.xml" Id="Ra5a4a439cfc145a3" /><Relationship Type="http://schemas.openxmlformats.org/officeDocument/2006/relationships/slide" Target="/ppt/slides/slide5.xml" Id="Rfdc215451d5b41ba" /><Relationship Type="http://schemas.openxmlformats.org/officeDocument/2006/relationships/slide" Target="/ppt/slides/slide6.xml" Id="R0e2826f89bd24f22" /><Relationship Type="http://schemas.openxmlformats.org/officeDocument/2006/relationships/slide" Target="/ppt/slides/slide7.xml" Id="R5f323016d3994693" /><Relationship Type="http://schemas.openxmlformats.org/officeDocument/2006/relationships/slide" Target="/ppt/slides/slide8.xml" Id="Rcab55f04587c4f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210e510004e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91132bde24f5e" /><Relationship Type="http://schemas.openxmlformats.org/officeDocument/2006/relationships/notesMaster" Target="/ppt/notesMasters/notesMaster1.xml" Id="R867db2dc0a5e45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58541e37674c94" /><Relationship Type="http://schemas.openxmlformats.org/officeDocument/2006/relationships/notesMaster" Target="/ppt/notesMasters/notesMaster1.xml" Id="R9c9e2f0ddbba4c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e2821643fb4699" /><Relationship Type="http://schemas.openxmlformats.org/officeDocument/2006/relationships/notesMaster" Target="/ppt/notesMasters/notesMaster1.xml" Id="R19ddbb08fb6b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59cc99a5d4af8" /><Relationship Type="http://schemas.openxmlformats.org/officeDocument/2006/relationships/notesMaster" Target="/ppt/notesMasters/notesMaster1.xml" Id="R866e9a8506da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a0e18578e642a1" /><Relationship Type="http://schemas.openxmlformats.org/officeDocument/2006/relationships/notesMaster" Target="/ppt/notesMasters/notesMaster1.xml" Id="Rf5e1f673ed29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542ac83ca54d3b" /><Relationship Type="http://schemas.openxmlformats.org/officeDocument/2006/relationships/notesMaster" Target="/ppt/notesMasters/notesMaster1.xml" Id="R884ac31e033f49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ecc4146cc84d99" /><Relationship Type="http://schemas.openxmlformats.org/officeDocument/2006/relationships/notesMaster" Target="/ppt/notesMasters/notesMaster1.xml" Id="Rfa77ae75c4f0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7706fb94c44b11" /><Relationship Type="http://schemas.openxmlformats.org/officeDocument/2006/relationships/notesMaster" Target="/ppt/notesMasters/notesMaster1.xml" Id="R2ea9946b1fcf40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기준: 사용자가 제공한 과제 조건, FESTiQ 구현 자료, 한국관광공사 TourAPI 안내.</a:t>
            </a:r>
          </a:p>
          <a:p xmlns:a="http://schemas.openxmlformats.org/drawingml/2006/main">
            <a:r>
              <a:t>이 문서는 축제 탐색 웹앱의 구현 내용과 검증 범위를 요약합니다.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요구사항: 공공데이터포털 OpenAPI, JSON 또는 XML, 최소 2개 HTML 화면, GitHub 배포, 설명 PPT 또는 PDF 제출.</a:t>
            </a:r>
          </a:p>
          <a:p xmlns:a="http://schemas.openxmlformats.org/drawingml/2006/main">
            <a:r>
              <a:t>앱은 탐색·상세 확인·개인 일정 저장을 세 화면으로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공공데이터포털: 한국관광공사_국문 관광정보 서비스_GW, https://www.data.go.kr/data/15101578/openapi.do</a:t>
            </a:r>
          </a:p>
          <a:p xmlns:a="http://schemas.openxmlformats.org/drawingml/2006/main">
            <a:r>
              <a:t>축제 목록 endpoint: https://apis.data.go.kr/B551011/KorService2/searchFestival2</a:t>
            </a:r>
          </a:p>
          <a:p xmlns:a="http://schemas.openxmlformats.org/drawingml/2006/main">
            <a:r>
              <a:t>상세 endpoint: https://apis.data.go.kr/B551011/KorService2/detailCommon2. 응답 형식은 _type=json.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앱 내부 Chart.js는 현재 검색 결과를 기준으로 지역별 축제 수를 계산합니다.</a:t>
            </a:r>
          </a:p>
          <a:p xmlns:a="http://schemas.openxmlformats.org/drawingml/2006/main">
            <a:r>
              <a:t>이 슬라이드의 네이티브 차트는 데모 자료 5건(지역별 1건씩)을 보여 주는 예시이며 전국 통계가 아닙니다.</a:t>
            </a:r>
          </a:p>
          <a:p xmlns:a="http://schemas.openxmlformats.org/drawingml/2006/main">
            <a:r>
              <a:t>Chart.js 공식 문서: https://www.chartjs.org/docs/latest/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OpenStreetMap embed와 주소 기반 Kakao 지도 검색 링크를 제공합니다.</a:t>
            </a:r>
          </a:p>
          <a:p xmlns:a="http://schemas.openxmlformats.org/drawingml/2006/main">
            <a:r>
              <a:t>축제 장소 비교 기준: 한국관광공사 축제 안내 주소 및 행사장 랜드마크. 강릉커피축제는 안목해변 강릉커피거리(창해로14번길 20-1) 기준입니다.</a:t>
            </a:r>
          </a:p>
          <a:p xmlns:a="http://schemas.openxmlformats.org/drawingml/2006/main">
            <a:r>
              <a:t>광주김치축제는 광주광역시 서구 내방로 111, 여주오곡나루축제는 신륵사 관광지 천송동 일대를 표시합니다. 행사 구역 전체와 단일 핀은 다를 수 있어 이동 전 지도 링크의 주소를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찜과 일정은 localStorage에 저장됩니다. 계획은 항목 추가, 순서 이동, 삭제를 지원합니다.</a:t>
            </a:r>
          </a:p>
          <a:p xmlns:a="http://schemas.openxmlformats.org/drawingml/2006/main">
            <a:r>
              <a:t>저장 데이터는 같은 브라우저에만 있으며 서버로 전송되거나 기기 사이에 동기화되지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키가 없으면 공식 축제 자료를 참고한 데모를 사용합니다. 이 자료는 TourAPI 실시간 응답이 아니며 API 오류 때 자동 전환하지 않습니다.</a:t>
            </a:r>
          </a:p>
          <a:p xmlns:a="http://schemas.openxmlformats.org/drawingml/2006/main">
            <a:r>
              <a:t>로컬 미리보기에서 의도적으로 잘못된 키를 보내 CORS 차단 없이 HTTP 403 JSON 오류를 읽는 것을 확인했습니다. 실제 키와 GitHub Pages 도메인에서는 별도 검증이 필요합니다.</a:t>
            </a:r>
          </a:p>
          <a:p xmlns:a="http://schemas.openxmlformats.org/drawingml/2006/main">
            <a:r>
              <a:t>인증키를 저장소에 커밋하지 않습니다. 브라우저 요청에는 키가 포함되므로 키 노출을 완전히 막을 수 없습니다.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Pages는 정적 호스팅입니다. 아직 실제 저장소와 Pages를 만들지 않았으므로 URL은 발급되지 않았습니다.</a:t>
            </a:r>
          </a:p>
          <a:p xmlns:a="http://schemas.openxmlformats.org/drawingml/2006/main">
            <a:r>
              <a:t>배포 후 Settings → Pages에서 Visit site를 확인하고, 실제 주소를 이 자료의 URL 표시 부분과 과제 제출 양식에 기록합니다.</a:t>
            </a:r>
          </a:p>
          <a:p xmlns:a="http://schemas.openxmlformats.org/drawingml/2006/main">
            <a:r>
              <a:t>GitHub Docs: https://docs.github.com/en/pages/getting-started-with-github-pages/creating-a-github-pages-site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a1871eb0a43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3eacc753d42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26503a31a46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d6bbe8d5849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3f548f7f349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3158cb8b941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665EDF-1409-4938-A1B2-799D7AD76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4A80EF-2B87-48D7-93D3-91AC6235F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F48DB3-4353-44F6-8FB4-36141162F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BB874A-A754-49C5-9E04-710A4AF247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F263A7-2467-4B40-AAE4-337372DAD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01C5E2-C9A5-455E-9F72-EA7CC3365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3AC3E0-CAE7-4A71-B570-21F1A5724F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E848D0-BBB6-4ADB-B137-3D9F3CCA99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F7A891-0EF9-4824-9FD1-9C0C2FDD0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DD14A2-A693-4BDB-81A5-670AFEA160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d7200504d4e2a" /><Relationship Type="http://schemas.openxmlformats.org/officeDocument/2006/relationships/slideLayout" Target="/ppt/slideLayouts/slideLayout1.xml" Id="R195c39ca384145f1" /><Relationship Type="http://schemas.openxmlformats.org/officeDocument/2006/relationships/slideLayout" Target="/ppt/slideLayouts/slideLayout2.xml" Id="R2e79af9ff05940d6" /><Relationship Type="http://schemas.openxmlformats.org/officeDocument/2006/relationships/slideLayout" Target="/ppt/slideLayouts/slideLayout3.xml" Id="R579e497ff0e24663" /><Relationship Type="http://schemas.openxmlformats.org/officeDocument/2006/relationships/slideLayout" Target="/ppt/slideLayouts/slideLayout4.xml" Id="R8ad599b1ab1b4bda" /><Relationship Type="http://schemas.openxmlformats.org/officeDocument/2006/relationships/slideLayout" Target="/ppt/slideLayouts/slideLayout5.xml" Id="R36d4edd993f444af" /><Relationship Type="http://schemas.openxmlformats.org/officeDocument/2006/relationships/slideLayout" Target="/ppt/slideLayouts/slideLayout6.xml" Id="Rdf91061f3839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5c39ca384145f1"/>
    <p:sldLayoutId xmlns:r="http://schemas.openxmlformats.org/officeDocument/2006/relationships" id="2147483650" r:id="R2e79af9ff05940d6"/>
    <p:sldLayoutId xmlns:r="http://schemas.openxmlformats.org/officeDocument/2006/relationships" id="2147483651" r:id="R579e497ff0e24663"/>
    <p:sldLayoutId xmlns:r="http://schemas.openxmlformats.org/officeDocument/2006/relationships" id="2147483652" r:id="R8ad599b1ab1b4bda"/>
    <p:sldLayoutId xmlns:r="http://schemas.openxmlformats.org/officeDocument/2006/relationships" id="2147483653" r:id="R36d4edd993f444af"/>
    <p:sldLayoutId xmlns:r="http://schemas.openxmlformats.org/officeDocument/2006/relationships" id="2147483654" r:id="Rdf91061f3839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b474e32344112" /><Relationship Type="http://schemas.openxmlformats.org/officeDocument/2006/relationships/notesSlide" Target="/ppt/notesSlides/notesSlide1.xml" Id="Racb04483b6c445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f0a4d7e2e4317" /><Relationship Type="http://schemas.openxmlformats.org/officeDocument/2006/relationships/notesSlide" Target="/ppt/notesSlides/notesSlide2.xml" Id="R10b3b3a5a00c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3882368f74272" /><Relationship Type="http://schemas.openxmlformats.org/officeDocument/2006/relationships/notesSlide" Target="/ppt/notesSlides/notesSlide3.xml" Id="R7d8341e6e9eb4a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372f71a3f4622" /><Relationship Type="http://schemas.openxmlformats.org/officeDocument/2006/relationships/chart" Target="/ppt/slides/charts/chart1.xml" Id="Rabd0ed790d7a481b" /><Relationship Type="http://schemas.openxmlformats.org/officeDocument/2006/relationships/notesSlide" Target="/ppt/notesSlides/notesSlide4.xml" Id="R73c138917a08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3b62c7e7564a65" /><Relationship Type="http://schemas.openxmlformats.org/officeDocument/2006/relationships/notesSlide" Target="/ppt/notesSlides/notesSlide5.xml" Id="Rd443052ab981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b49534fa440d7" /><Relationship Type="http://schemas.openxmlformats.org/officeDocument/2006/relationships/notesSlide" Target="/ppt/notesSlides/notesSlide6.xml" Id="R31269e3cb54844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8c167bd164698" /><Relationship Type="http://schemas.openxmlformats.org/officeDocument/2006/relationships/notesSlide" Target="/ppt/notesSlides/notesSlide7.xml" Id="Rf993a50f6f2c4f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abdf5df4a44782" /><Relationship Type="http://schemas.openxmlformats.org/officeDocument/2006/relationships/notesSlide" Target="/ppt/notesSlides/notesSlide8.xml" Id="R85f653ca488e488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예시 축제 수</c:v>
          </c:tx>
          <c:spPr>
            <a:solidFill xmlns:a="http://schemas.openxmlformats.org/drawingml/2006/main">
              <a:srgbClr val="28665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서울</c:v>
                </c:pt>
                <c:pt idx="1">
                  <c:v>강원</c:v>
                </c:pt>
                <c:pt idx="2">
                  <c:v>부산</c:v>
                </c:pt>
                <c:pt idx="3">
                  <c:v>광주</c:v>
                </c:pt>
                <c:pt idx="4">
                  <c:v>경기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4C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480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82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9DFBA-02A6-47B7-B1D6-F22EA0C5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1A2B5-50E4-45BE-A238-195FF80C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FESTiQ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BA13-102E-4026-B64B-5D011ABD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8477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전국 축제 탐색과</a:t>
            </a:r>
          </a:p>
          <a:p xmlns:a="http://schemas.openxmlformats.org/drawingml/2006/main">
            <a:pPr algn="l">
              <a:def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여행 계획 대시보드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E5A9-FF41-4BDC-A2EC-935F79A9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rPr>
              <a:t>공공데이터포털 한국관광공사 TourAPI를 활용한 정적 웹앱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3357-06A0-4F98-A275-71ABB0E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6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1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2763-8E63-43FD-A8CB-4026DA85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AI 시스템 활용 · 중간과제 결과 보고서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104DD-C7BF-4064-9601-034556B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D8E5DB"/>
                </a:solidFill>
                <a:latin typeface="Malgun Gothic"/>
                <a:ea typeface="Malgun Gothic"/>
                <a:cs typeface="Malgun Gothic"/>
              </a:rPr>
              <a:t>검색부터 장소 확인, 찜과 일정 저장까지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02D7B-112A-4F26-8F8A-13C7E90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000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9C9BF"/>
                </a:solidFill>
                <a:latin typeface="Malgun Gothic"/>
                <a:ea typeface="Malgun Gothic"/>
                <a:cs typeface="Malgun Gothic"/>
              </a:rPr>
              <a:t>FESTiQ</a:t>
            </a:r>
          </a:p>
        </p:txBody>
      </p:sp>
    </p:spTree>
    <p:extLst>
      <p:ext uri="{BB962C8B-B14F-4D97-AF65-F5344CB8AC3E}">
        <p14:creationId xmlns:p14="http://schemas.microsoft.com/office/powerpoint/2010/main" val="1309512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BDBAD-5DC8-461F-82A0-D056F1E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111FA-548A-498E-A9BB-725829FD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CC85E-95A8-4BBB-B7F7-A9FD92E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DC75F-F1AA-4FA7-8084-4D7949CE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6E948-4D0A-450D-BD92-54D6CCB2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축제를 찾고</a:t>
            </a:r>
          </a:p>
          <a:p xmlns:a="http://schemas.openxmlformats.org/drawingml/2006/main">
            <a:pPr algn="l">
              <a:def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여행 계획에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8D75-B224-41A2-81EA-FD6E4F43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조건에 맞는 행사를 탐색하고 장소와 일정을 확인한 뒤, 관심 축제를 개인 계획에 담습니다.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364E0-6B2C-41DD-BCA5-76C61233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145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7EBB4-F2EA-4E3E-8F7C-CB18FD23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8A9EB-7D2E-4E3C-B418-209C9164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192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탐색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E8B59-D8C9-44D7-B601-DBA630F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955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축제명·지역·날짜·주제로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F0F7B-3A35-4C47-83BD-A1F5596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7975"/>
            <a:ext cx="5295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DEAC7-58E1-4393-81F2-766EE7AF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146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EB529-290E-49EB-9D42-3DFE7F1A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765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45F3A-FCE4-4C31-89B7-8779BA89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528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소개·기간·주소·주변 지도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81E05-0A59-48CF-B76A-34B76814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05275"/>
            <a:ext cx="5295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FA9EB-D496-4B88-9155-C3A75D4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719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838EB-9A2A-4C06-97AB-CE7171F9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EDE28-4B86-4B93-B1BB-67CE2F46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찜 목록과 여행 순서를 브라우저에 저장</a:t>
            </a:r>
          </a:p>
        </p:txBody>
      </p:sp>
    </p:spTree>
    <p:extLst>
      <p:ext uri="{BB962C8B-B14F-4D97-AF65-F5344CB8AC3E}">
        <p14:creationId xmlns:p14="http://schemas.microsoft.com/office/powerpoint/2010/main" val="742202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D78EA-98F8-4A7E-B0B9-AB66F191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TourAPI 데이터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2B946-3FE8-4BD0-A550-AFEE012D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13E7D-12D1-4544-B35D-E5A80EA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BCC31-A5FC-4028-89EA-7347788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6526F-101C-4FA4-B847-E4CF592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브라우저 요청부터 화면 반영까지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91EE9-9732-4145-A21F-2FA4594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E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BD578-D250-418C-961D-05EB7853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FESTiQ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8CA39-2F33-4E7A-95F6-CBBC27A8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검색 · 필터 · 상세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AA35D-A18D-4B4A-8072-E3E66AA7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98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BE708-DB53-4A64-9F66-0ECCB518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2E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32525-367A-4308-BD19-1BB1066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527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한국관광공사 TourAPI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E8495-ADB8-4FE3-A887-FE4822F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1942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searchFestival2 / detailCommon2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55E09-D2E0-4FB8-93F2-51D3FC2C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98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44C6D-D372-4712-BB25-876341E2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9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09DBD-9FD3-409F-8D3E-6819943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JSON 응답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5D335-F097-427D-8692-BCE4E061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_type=json · 목록·상세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D9B9C-486B-4CA3-A925-B4CC4269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8001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0AB7E-3ABC-4A6F-A07D-9883F505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rPr>
              <a:t>브라우저 처리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3CA7E-C8EB-4106-B891-00767465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키 입력 및 요청 상태 안내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888DA-A3C0-4A0D-8FDD-FDB4FB92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053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지역·날짜·주제 필터와 차트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FC227-D6DA-4E78-B219-DABC592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찜·일정은 LocalStorage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5BD5E-0EBE-40E5-B691-DB130FC9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정적 GitHub Pages 배포 · 별도 서버/빌드 과정 없음</a:t>
            </a:r>
          </a:p>
        </p:txBody>
      </p:sp>
    </p:spTree>
    <p:extLst>
      <p:ext uri="{BB962C8B-B14F-4D97-AF65-F5344CB8AC3E}">
        <p14:creationId xmlns:p14="http://schemas.microsoft.com/office/powerpoint/2010/main" val="61728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5D5E3-BEA5-445A-9B6B-42E5DDBC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축제 검색과 지역별 건수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44A29-D52C-405F-8091-3A7637F8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7BB9B-83B4-41C4-80B0-BA69D04F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26E4A-E2CB-4450-AC18-6E2CB3B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F277A-4503-43A4-9394-E6D331C6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현재 검색 결과를 지역별로 묶어 시각화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998A8-737A-4D2D-B00E-E32D6789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rPr>
              <a:t>탐색 기능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BC8E7-FD31-4C84-B459-8AEDCF9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축제명과 키워드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74754-88F3-4F28-9E46-2966094F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시·도 · 시작일 이후 · 주제 필터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7815-B5F3-4833-97D9-5CA0732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267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D0DEB-FBB7-4A4A-B112-6AE8B3C5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일정순 · 이름순 · 지역순 정렬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C9721-DB5A-4C76-8D96-D05DEB5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빈 결과 · 로딩 · 오류 상태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2BE0D-A8CF-48E2-9B67-570E5F32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6650"/>
                </a:solidFill>
                <a:latin typeface="Malgun Gothic"/>
                <a:ea typeface="Malgun Gothic"/>
                <a:cs typeface="Malgun Gothic"/>
              </a:rPr>
              <a:t>API 응답을 브라우저에서 분류·필터링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DFD80-0D4B-4994-98DB-38663564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42C21-01A6-405A-92A2-1DE84AB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데모 예시 5건 · 지역별 1건씩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E3D8EC55-C57F-4E6E-A892-526148D6F0FC}"/>
              </a:ext>
            </a:extLst>
          </p:cNvPr>
          <p:cNvGraphicFramePr/>
          <p:nvPr/>
        </p:nvGraphicFramePr>
        <p:xfrm>
          <a:off xmlns:a="http://schemas.openxmlformats.org/drawingml/2006/main" x="5905500" y="2428875"/>
          <a:ext xmlns:a="http://schemas.openxmlformats.org/drawingml/2006/main" cx="54292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d0ed790d7a481b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CBDC2-C338-410A-A161-628619FE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197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데모 화면 예시이며 실시간 전국 통계가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71917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D8386-DB9E-42F8-9882-67A5754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상세 정보와 장소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2B033-9E9F-413E-B8AC-30B3F5A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45991-C430-4071-9B9B-DD91F136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B38AE-281A-48B3-A3EE-4A355B12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ECACD-2EED-4345-B16F-20BA379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소개·일정·주소·사진과 지도 링크를 한 화면에 제공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0BD02-EA1B-4A79-A95E-0D3BA2F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지도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FBFAA-63F6-43B4-97C1-DC59AA82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좌표가 있으면 OSM 지도에 행사장 핀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0368C-68E7-4431-ABB8-70E919C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주소와 카카오맵 검색 링크를 함께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3CE0E-16FF-4078-824A-9B712BF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좌표가 없으면 주소 검색으로 안내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52654-0F9D-4B12-A264-90A033C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확인 방법: 공식 행사 주소와 장소 랜드마크 대조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8872D-5046-432E-B30A-30DDA594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자료: 한국관광공사 안내 · 지도: OpenStreetMap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9F884-950B-40EE-B973-735BED51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EC640-28E3-4585-BBF5-0EAA69A3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좌표 점검 사례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91A25-48F7-434C-B466-0CEBB701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기준 장소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A1379-0D4F-458B-AF20-53E9274A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수정 전 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9ADFF-72F4-4D9F-A006-36159C39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검증 후 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BEEB5-5852-4C44-B602-3B9FFA3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85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90891-6503-42C6-B4C1-9B646583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강릉커피거리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588B0-DF5E-4386-BE76-040B675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62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37.7890,128.9485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29AF3-4A5A-47D5-AA09-92301290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62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37.7726,128.9473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A13F9-CEF0-49C1-9B2F-3FC14E4B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90925"/>
            <a:ext cx="485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31B7C-ED3A-4110-BCA7-68D1835F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광주광역시청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3F5725-E9B8-4CBA-BDFD-23EAEBB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35.1518,126.8533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FDCAE-7CA6-4065-98D1-826F1693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35.1598,126.8515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D6836-A70D-4F37-BAB7-620DDE0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857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DAFB0-943B-4118-80A7-5D46A4DE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신륵사 관광지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0D848-4262-48D6-B404-FED812C0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37.2945,127.5700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B06A01-24B3-4E7A-A48A-6B4EA5B7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37.2974,127.6599</a:t>
            </a:r>
          </a:p>
        </p:txBody>
      </p:sp>
    </p:spTree>
    <p:extLst>
      <p:ext uri="{BB962C8B-B14F-4D97-AF65-F5344CB8AC3E}">
        <p14:creationId xmlns:p14="http://schemas.microsoft.com/office/powerpoint/2010/main" val="860120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20CCD-2186-475C-A07D-DE989CF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찜 목록과 여행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E3DEA-0716-4C32-B3E9-FCA8FBD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8A97C-655F-465A-9DE8-98A02CCA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657E9-4DC1-49E7-BA44-8D0BD6E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D8D36-3C35-41D8-ADFF-0817312B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브라우저 저장 공간을 사용해 다시 방문해도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6B0A3-8CF1-4689-94B3-A0E6345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4F500-2F10-42C4-9B95-A5E97D8E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축제 탐색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C244-89FA-4376-940A-D98B89D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FAD55-F964-4CF3-9285-BFC8093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조건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FD737-D7EE-4AB2-9EF5-1F7D4055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2E960-BA25-453F-8F07-ED5FFB9C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932D8-E1A2-4F5E-9ADB-49A14C8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51967-D230-4BAB-8872-9D1B8454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상세 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2EDDB-19B4-4B79-8A3C-53DBE2F8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detail.html?id=…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16B3B-67E7-4EF7-83E4-C481DB7E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소개·장소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61801-FDC4-414A-A66C-31424C1B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289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28BA3-0171-46A8-B277-AD23E0C7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A458A-9AFE-4A59-BEE3-4F7CCC43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E9C06-A720-43F1-8693-6B88643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찜한 축제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C278D-1F55-4E28-9D91-4E3154F4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favorites.html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678C2-614F-4398-9624-C20D4EB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다시 찾아보기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D5844-8FE2-4231-8B78-58F949EC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2892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C81F5-95B1-4FF1-986B-3814A196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33875"/>
            <a:ext cx="238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0B282-50C4-4313-AA79-9ED4D6CC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4204B-E959-4521-B596-FE9F524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여행 계획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94895-DECE-485D-9182-00EF6910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detail.html#plan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CF355-98A6-4D69-AD33-76327844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순서 조정·삭제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E70A9-7B7C-499A-BC56-B008C54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LocalStorage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2472B-FA28-4843-87D8-D3FD0907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즐겨찾기 · 일정 목록 · API 키 · 최근 응답 자료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6D3CFE-4095-4D39-AAB2-37D94EF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같은 브라우저에서 유지되며 기기 간 동기화는 제공하지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9744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964C2-9941-481F-8E5D-63E6FEE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데모 자료와 실시간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23943-C71C-4BFC-B381-A145E37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A31EB-2B79-4505-A2B7-62E2F76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DC330-DDD1-45FF-BEF6-4B25EE6A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D7DB9-F1B4-46BE-9126-2A6EDD6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두 데이터 출처를 화면에서 명확히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65682-DC93-4E84-8FAC-934F017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D27AB-055D-4414-B3B8-5622FE3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4C3D"/>
                </a:solidFill>
                <a:latin typeface="Malgun Gothic"/>
                <a:ea typeface="Malgun Gothic"/>
                <a:cs typeface="Malgun Gothic"/>
              </a:rPr>
              <a:t>공식 자료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5CAA2-E1CA-4EA2-9CE4-967E4A8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한국관광공사 축제 안내를 참고한 5개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C630A-3D64-477E-943A-DDF14B2A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실시간 응답이 아니라는 안내를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EC3BB-2EEF-45FF-9001-32D331A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API 실패 때 예시 자료로 대체하지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A20F7-D6F6-4824-9C1C-67040137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키 없이 검색·찜·일정 기능을 확인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5FCC1-F2E2-4434-AB97-1D8C672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71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C795E"/>
                </a:solidFill>
                <a:latin typeface="Malgun Gothic"/>
                <a:ea typeface="Malgun Gothic"/>
                <a:cs typeface="Malgun Gothic"/>
              </a:rPr>
              <a:t>실시간 TourAPI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E1CF0-79C7-4301-B44C-441A74E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공공데이터포털 활용 신청 및 승인 키 필요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DA585-EFFB-46B8-8129-5BAA158D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브라우저 fetch로 JSON 목록·상세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35AC7-C95C-4FBF-8AF9-8442DEA6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키는 저장소에 넣지 않지만 요청에는 포함됨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AF65B-B05C-4A46-8B0A-30313482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624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2820"/>
                </a:solidFill>
                <a:latin typeface="Malgun Gothic"/>
                <a:ea typeface="Malgun Gothic"/>
                <a:cs typeface="Malgun Gothic"/>
              </a:rPr>
              <a:t>로컬 CORS 확인 · Pages 실키 검증은 배포 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29E69-65BA-47AC-9BB0-DAB915D0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620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3C391-DDF4-4445-AFD4-96E81948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48077"/>
                </a:solidFill>
                <a:latin typeface="Malgun Gothic"/>
                <a:ea typeface="Malgun Gothic"/>
                <a:cs typeface="Malgun Gothic"/>
              </a:rPr>
              <a:t>정적 GitHub Pages에서 키를 숨기려면 서버리스 프록시가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524371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4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19398-F0C8-48F2-9E23-CDD0FFE5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배포 및 제출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CA469-7CCA-4AE7-94D5-C8AA3E10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10706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30410-9153-4160-BEA9-83BA5A39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29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3D0C7"/>
                </a:solidFill>
                <a:latin typeface="Malgun Gothic"/>
                <a:ea typeface="Malgun Gothic"/>
                <a:cs typeface="Malgun Gothic"/>
              </a:rPr>
              <a:t>FESTiQ · AI 시스템 활용 중간과제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B5A8D-B5F7-49FB-AE3A-DEEF1BBC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3D0C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D443C-2DBE-4347-BA50-21581336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GitHub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C793D-BC2F-40BB-A45D-606A986F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D66C2-F828-4CBA-8FC3-C9A3BDA9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FESTiQ 폴더 내용을 저장소 루트에 업로드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4E056-4209-421E-B33F-D17C6336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33675"/>
            <a:ext cx="962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8DD49-54E0-403F-A6C1-31078AD1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17550-5136-4F0B-B52C-E81D3D1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Settings → Pages → Deploy from a branch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4A96E-EAEC-448E-B7A2-FBC18C4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0425"/>
            <a:ext cx="962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2C7C3-CD2B-431C-8D86-19575E39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25471-180A-4BED-AFAD-7DCB919B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main 브랜치 · /(root) 폴더로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DBB66-0BBF-4CF5-AF2B-F8891A6D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962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8C01D-F2A9-4717-B261-7AB561E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1750D-DDFE-4971-B27A-331A95D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배포 URL에서 메인·상세·찜·일정 동작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7F5D4-6943-4AA1-AAC5-916EF385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5D79A"/>
                </a:solidFill>
                <a:latin typeface="Malgun Gothic"/>
                <a:ea typeface="Malgun Gothic"/>
                <a:cs typeface="Malgun Gothic"/>
              </a:rPr>
              <a:t>제출 전 점검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54A3D-B515-4161-BE9E-459C62E3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911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EFA"/>
                </a:solidFill>
                <a:latin typeface="Malgun Gothic"/>
                <a:ea typeface="Malgun Gothic"/>
                <a:cs typeface="Malgun Gothic"/>
              </a:rPr>
              <a:t>메인 · 상세 · 찜 · 여행 계획 페이지 동작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C0C15-7FD6-4410-B853-D3EF85D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D8E5DB"/>
                </a:solidFill>
                <a:latin typeface="Malgun Gothic"/>
                <a:ea typeface="Malgun Gothic"/>
                <a:cs typeface="Malgun Gothic"/>
              </a:rPr>
              <a:t>GitHub Pages URL · 배포 후 실제 주소 기입 (현재 미배포)</a:t>
            </a:r>
          </a:p>
        </p:txBody>
      </p:sp>
    </p:spTree>
    <p:extLst>
      <p:ext uri="{BB962C8B-B14F-4D97-AF65-F5344CB8AC3E}">
        <p14:creationId xmlns:p14="http://schemas.microsoft.com/office/powerpoint/2010/main" val="1747054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2026-10-25T06:16:01.8230000Z</dcterms:created>
  <dcterms:modified xsi:type="dcterms:W3CDTF">2026-10-25T06:16:01.8230000Z</dcterms:modified>
</coreProperties>
</file>